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617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10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79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0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606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5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466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72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487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5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662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1753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688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0276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780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116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712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D99A03D-069F-4378-AC05-B7BA77DCEDA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F5FEE-5ED6-496C-9AAE-C38B6B2D0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25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CE84A-A78E-8C9F-9380-863F68DA2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>
            <a:normAutofit/>
          </a:bodyPr>
          <a:lstStyle/>
          <a:p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C680F-63BC-E344-6421-035E1F661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>
            <a:normAutofit/>
          </a:bodyPr>
          <a:lstStyle/>
          <a:p>
            <a:r>
              <a:rPr lang="en-US"/>
              <a:t>Dashboard Screenshort </a:t>
            </a:r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5439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A6571F-88D4-72C4-B4D3-75B6D166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Sales by Region 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C15B1-F0E0-DAFA-8E40-09C8D9CF9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77" b="1"/>
          <a:stretch>
            <a:fillRect/>
          </a:stretch>
        </p:blipFill>
        <p:spPr>
          <a:xfrm>
            <a:off x="650716" y="647698"/>
            <a:ext cx="6256937" cy="5562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45404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17CBFB-AF7D-09D9-D82C-04BCABB503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55" r="1" b="1"/>
          <a:stretch>
            <a:fillRect/>
          </a:stretch>
        </p:blipFill>
        <p:spPr>
          <a:xfrm>
            <a:off x="744646" y="643467"/>
            <a:ext cx="9276182" cy="557106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8910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77F70CF-51B7-4A07-A16B-70DFA4942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8594B0-DC7B-4BAF-B0F2-8557CBDE6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4661461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A8BB5-9782-C4AC-C8BB-D31DA16C0F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1778385"/>
            <a:ext cx="4329482" cy="3301229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27A76E6C-02DD-4FDA-9F96-21BD3F4E4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9341" y="480060"/>
            <a:ext cx="4661460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C7B89D-1B64-3691-7653-44A1CF7C3E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69" y="2183974"/>
            <a:ext cx="4330526" cy="249005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4D9AAD4-B929-4AE3-A27C-651AF2069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9625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77F70CF-51B7-4A07-A16B-70DFA4942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8594B0-DC7B-4BAF-B0F2-8557CBDE6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4661461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73A48-29EA-C18E-31ED-18C2AF48A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1561911"/>
            <a:ext cx="4329482" cy="3734178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27A76E6C-02DD-4FDA-9F96-21BD3F4E4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9341" y="480060"/>
            <a:ext cx="4661460" cy="5897880"/>
          </a:xfrm>
          <a:prstGeom prst="rect">
            <a:avLst/>
          </a:prstGeom>
          <a:solidFill>
            <a:srgbClr val="FFFFFF"/>
          </a:solidFill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4A8F91-DD24-C43F-603A-7CC18507F2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369" y="2351782"/>
            <a:ext cx="4330526" cy="215443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4D9AAD4-B929-4AE3-A27C-651AF2069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9920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5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Dashboard Screenshort </vt:lpstr>
      <vt:lpstr>Sales by Region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sarthakdattataryakulkarni@outlook.com</dc:creator>
  <cp:lastModifiedBy>sarthakdattataryakulkarni@outlook.com</cp:lastModifiedBy>
  <cp:revision>1</cp:revision>
  <dcterms:created xsi:type="dcterms:W3CDTF">2026-06-20T12:56:59Z</dcterms:created>
  <dcterms:modified xsi:type="dcterms:W3CDTF">2026-06-20T13:02:36Z</dcterms:modified>
</cp:coreProperties>
</file>